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C4DDD6-BEB9-64CA-5D91-462E8070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3DF6300-5312-2161-8F78-8819F4B7A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1C8D28-D957-AB36-CD96-F18E17FC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67B9F1-C237-1C4B-5E9F-AB4CB795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640994-35F3-2077-5C2E-17961928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133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60D869-2BB4-6658-1399-76A8EC05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4323BB-3899-0004-F2FB-8323A3278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133D25-4B0F-0407-8DDA-58CFA3A3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132B61-41B3-07FF-6D69-C18BBBB1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CEC378-94B7-14FA-52D2-359497DB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03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134AF2-8922-18AD-0561-6EA7DE46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902C0D-525D-5E8C-B6B0-134DB3BBA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18A475-44E7-C6DA-1E7A-FFFEC4F7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ED52F7-62DB-F53F-AFC1-D6444387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70DD1B-934D-BD06-DE42-8DEBE96D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23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73A323-DD29-5C04-F0C5-DAB86230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75E97C-0520-D6BE-E445-5451FB945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CB7F8A0-467D-BEEE-DD52-9C6735C32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526E9EF-1ABA-B52A-3E7E-4C736854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711A01-4753-039B-0975-717F4ABD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E418D5-DABC-8754-83A4-443AAFF9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731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7433D3-AAF5-856F-BC41-70B594EC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EFE2B8-B4B6-3E95-0D0C-9A922B20F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226F1B2-4E27-B3A1-2536-4F7A4A7F9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D0352A6-3997-EBFE-6C2E-8D06AA32D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FD535F3-5E92-A19B-9458-B3C04D560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82C2120-0203-EF46-61B1-74D177CA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53044D5-D9F4-47F3-01B0-35775DD8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CE30DAF-21F6-5AB3-C259-82EE83B0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51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D254BA-1AC9-2777-268C-F753B214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A7BE85-4CFD-A4B7-91EF-87334661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ED85F6-E34D-0CDF-79D2-A84D74E4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6381669-7B40-E1C4-B2F8-EB9AF532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31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D3A6F26-2713-D398-73AB-C5D4FA44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A5B35C1-24FB-987D-9990-59AD8054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04C559-CC78-5243-29FF-39C0DE25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738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FF259D-403F-1160-4B6C-842BD23B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4007EB-0657-42FD-3360-F9A0AA97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303BE23-0983-ACA8-5C63-5D6C30B0B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1771F0D-75DC-378F-768D-E225FCF4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3FCE1D-6696-F57C-E7C8-5FF5ADBE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7716FE-2697-E376-0BD3-772CCD3A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515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1CE630-A1AD-23EA-761A-0CD64E67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1DA6AD4-D73D-0813-3D0C-9107ADC17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9DAD496-8EBE-44DB-C956-B1AF54A82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A71495-6E16-4ECD-8815-FEF177FF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779B1A-3378-DF6B-AD42-261B8ACD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778FE69-E1D1-D231-E438-F696602F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958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8AC13-C6E5-9869-0DCA-5EA401D7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F0D9340-8DE5-08E5-BD6E-1F4A9A8F7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E4853B-97E8-E084-40FF-E0B505AD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E1B08E-DBFA-E59F-504A-8F483B24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D1125C-27A9-45AB-3C70-A4A9C332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397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9EFF6B-6A1D-C4F3-9424-9A69FA621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F86A44-1748-A98C-79FE-DA1A8E0C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6F48C9-DC4C-8328-5249-BB1AC631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766FF8-496C-A0FA-1024-AC9957E2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51103B-08DA-89C1-D412-827A3D4E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1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43143ED-1A8C-4301-56FA-AF6B573F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71FEA0-F8F8-6EAA-BD59-5E0A6D6D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A61DEB-2647-FDF3-FC6D-9500CF292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4BDD4-63D1-4508-870A-764A848F233F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AE51BB-5338-5741-194D-E8342CACE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A3DE2F-9759-354D-AAF7-3C334C9AC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26532-276E-4D04-B712-7769092D3F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544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15D4215-4811-0C9C-1A38-F69ADC137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37873"/>
              </p:ext>
            </p:extLst>
          </p:nvPr>
        </p:nvGraphicFramePr>
        <p:xfrm>
          <a:off x="3852165" y="1990682"/>
          <a:ext cx="4487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7534">
                  <a:extLst>
                    <a:ext uri="{9D8B030D-6E8A-4147-A177-3AD203B41FA5}">
                      <a16:colId xmlns:a16="http://schemas.microsoft.com/office/drawing/2014/main" val="3825903355"/>
                    </a:ext>
                  </a:extLst>
                </a:gridCol>
                <a:gridCol w="897534">
                  <a:extLst>
                    <a:ext uri="{9D8B030D-6E8A-4147-A177-3AD203B41FA5}">
                      <a16:colId xmlns:a16="http://schemas.microsoft.com/office/drawing/2014/main" val="2010362710"/>
                    </a:ext>
                  </a:extLst>
                </a:gridCol>
                <a:gridCol w="897534">
                  <a:extLst>
                    <a:ext uri="{9D8B030D-6E8A-4147-A177-3AD203B41FA5}">
                      <a16:colId xmlns:a16="http://schemas.microsoft.com/office/drawing/2014/main" val="3692745356"/>
                    </a:ext>
                  </a:extLst>
                </a:gridCol>
                <a:gridCol w="897534">
                  <a:extLst>
                    <a:ext uri="{9D8B030D-6E8A-4147-A177-3AD203B41FA5}">
                      <a16:colId xmlns:a16="http://schemas.microsoft.com/office/drawing/2014/main" val="122486322"/>
                    </a:ext>
                  </a:extLst>
                </a:gridCol>
                <a:gridCol w="897534">
                  <a:extLst>
                    <a:ext uri="{9D8B030D-6E8A-4147-A177-3AD203B41FA5}">
                      <a16:colId xmlns:a16="http://schemas.microsoft.com/office/drawing/2014/main" val="1599949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918245"/>
                  </a:ext>
                </a:extLst>
              </a:tr>
            </a:tbl>
          </a:graphicData>
        </a:graphic>
      </p:graphicFrame>
      <p:sp>
        <p:nvSpPr>
          <p:cNvPr id="11" name="Freccia circolare a sinistra 10">
            <a:extLst>
              <a:ext uri="{FF2B5EF4-FFF2-40B4-BE49-F238E27FC236}">
                <a16:creationId xmlns:a16="http://schemas.microsoft.com/office/drawing/2014/main" id="{14715C04-0A51-63A2-AE13-4BB767ACBEA4}"/>
              </a:ext>
            </a:extLst>
          </p:cNvPr>
          <p:cNvSpPr/>
          <p:nvPr/>
        </p:nvSpPr>
        <p:spPr>
          <a:xfrm rot="8017575" flipV="1">
            <a:off x="7776695" y="2387097"/>
            <a:ext cx="710522" cy="1577340"/>
          </a:xfrm>
          <a:prstGeom prst="curvedLeftArrow">
            <a:avLst>
              <a:gd name="adj1" fmla="val 18262"/>
              <a:gd name="adj2" fmla="val 43725"/>
              <a:gd name="adj3" fmla="val 294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" name="Freccia circolare a sinistra 11">
            <a:extLst>
              <a:ext uri="{FF2B5EF4-FFF2-40B4-BE49-F238E27FC236}">
                <a16:creationId xmlns:a16="http://schemas.microsoft.com/office/drawing/2014/main" id="{E76CD39C-2E15-9542-348E-10FCA48367B4}"/>
              </a:ext>
            </a:extLst>
          </p:cNvPr>
          <p:cNvSpPr/>
          <p:nvPr/>
        </p:nvSpPr>
        <p:spPr>
          <a:xfrm rot="3351203" flipH="1">
            <a:off x="7976150" y="491489"/>
            <a:ext cx="710522" cy="1577340"/>
          </a:xfrm>
          <a:prstGeom prst="curvedLeftArrow">
            <a:avLst>
              <a:gd name="adj1" fmla="val 18262"/>
              <a:gd name="adj2" fmla="val 43725"/>
              <a:gd name="adj3" fmla="val 294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4" name="Freccia circolare a sinistra 13">
            <a:extLst>
              <a:ext uri="{FF2B5EF4-FFF2-40B4-BE49-F238E27FC236}">
                <a16:creationId xmlns:a16="http://schemas.microsoft.com/office/drawing/2014/main" id="{EA57FB32-4EB6-D180-6F0B-C68F5738F3C7}"/>
              </a:ext>
            </a:extLst>
          </p:cNvPr>
          <p:cNvSpPr/>
          <p:nvPr/>
        </p:nvSpPr>
        <p:spPr>
          <a:xfrm rot="13257429" flipH="1" flipV="1">
            <a:off x="3684719" y="2441520"/>
            <a:ext cx="710522" cy="1577340"/>
          </a:xfrm>
          <a:prstGeom prst="curvedLeftArrow">
            <a:avLst>
              <a:gd name="adj1" fmla="val 18262"/>
              <a:gd name="adj2" fmla="val 43725"/>
              <a:gd name="adj3" fmla="val 294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5" name="Freccia circolare a sinistra 14">
            <a:extLst>
              <a:ext uri="{FF2B5EF4-FFF2-40B4-BE49-F238E27FC236}">
                <a16:creationId xmlns:a16="http://schemas.microsoft.com/office/drawing/2014/main" id="{A5F8363E-3F92-B14B-1D9F-231238173398}"/>
              </a:ext>
            </a:extLst>
          </p:cNvPr>
          <p:cNvSpPr/>
          <p:nvPr/>
        </p:nvSpPr>
        <p:spPr>
          <a:xfrm rot="18475216">
            <a:off x="3629494" y="491489"/>
            <a:ext cx="710522" cy="1577340"/>
          </a:xfrm>
          <a:prstGeom prst="curvedLeftArrow">
            <a:avLst>
              <a:gd name="adj1" fmla="val 18262"/>
              <a:gd name="adj2" fmla="val 43725"/>
              <a:gd name="adj3" fmla="val 294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270ED6C-A452-8482-89CE-591E4262EE08}"/>
              </a:ext>
            </a:extLst>
          </p:cNvPr>
          <p:cNvSpPr txBox="1"/>
          <p:nvPr/>
        </p:nvSpPr>
        <p:spPr>
          <a:xfrm>
            <a:off x="2949079" y="4738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Inserisci in coda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9F21613-4C00-50F5-3013-626302560F29}"/>
              </a:ext>
            </a:extLst>
          </p:cNvPr>
          <p:cNvSpPr txBox="1"/>
          <p:nvPr/>
        </p:nvSpPr>
        <p:spPr>
          <a:xfrm>
            <a:off x="7566799" y="473876"/>
            <a:ext cx="180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Inserisci in testa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4B2642E-8414-4E35-988A-2B972D32C039}"/>
              </a:ext>
            </a:extLst>
          </p:cNvPr>
          <p:cNvSpPr txBox="1"/>
          <p:nvPr/>
        </p:nvSpPr>
        <p:spPr>
          <a:xfrm>
            <a:off x="8023452" y="3045524"/>
            <a:ext cx="2080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Rimuovi dalla testa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1FC274D-8611-F900-4FDE-2C4DC80AAF00}"/>
              </a:ext>
            </a:extLst>
          </p:cNvPr>
          <p:cNvSpPr txBox="1"/>
          <p:nvPr/>
        </p:nvSpPr>
        <p:spPr>
          <a:xfrm>
            <a:off x="2319155" y="3045524"/>
            <a:ext cx="2077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Rimuovi dalla coda</a:t>
            </a:r>
          </a:p>
        </p:txBody>
      </p:sp>
    </p:spTree>
    <p:extLst>
      <p:ext uri="{BB962C8B-B14F-4D97-AF65-F5344CB8AC3E}">
        <p14:creationId xmlns:p14="http://schemas.microsoft.com/office/powerpoint/2010/main" val="1365040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Ianniello</dc:creator>
  <cp:lastModifiedBy>Antonio Ianniello</cp:lastModifiedBy>
  <cp:revision>2</cp:revision>
  <dcterms:created xsi:type="dcterms:W3CDTF">2025-11-06T08:30:24Z</dcterms:created>
  <dcterms:modified xsi:type="dcterms:W3CDTF">2025-12-09T22:07:23Z</dcterms:modified>
</cp:coreProperties>
</file>